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0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368" y="38100"/>
            <a:ext cx="1623326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368" y="38100"/>
            <a:ext cx="1623326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368" y="38100"/>
            <a:ext cx="1623326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Personalizado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Dennis Anthony Ponce</cp:lastModifiedBy>
  <cp:revision>3</cp:revision>
  <dcterms:created xsi:type="dcterms:W3CDTF">2006-08-16T00:00:00Z</dcterms:created>
  <dcterms:modified xsi:type="dcterms:W3CDTF">2026-09-08T13:28:59Z</dcterms:modified>
</cp:coreProperties>
</file>